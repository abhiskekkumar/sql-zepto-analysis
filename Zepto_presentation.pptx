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nter Light"/>
      <p:regular r:id="rId16"/>
      <p:bold r:id="rId17"/>
      <p:italic r:id="rId18"/>
      <p:boldItalic r:id="rId19"/>
    </p:embeddedFon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Inter Medium"/>
      <p:regular r:id="rId28"/>
      <p:bold r:id="rId29"/>
      <p:italic r:id="rId30"/>
      <p:boldItalic r:id="rId31"/>
    </p:embeddedFont>
    <p:embeddedFont>
      <p:font typeface="Inter Black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InterMedium-regular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boldItalic.fntdata"/><Relationship Id="rId30" Type="http://schemas.openxmlformats.org/officeDocument/2006/relationships/font" Target="fonts/InterMedium-italic.fntdata"/><Relationship Id="rId11" Type="http://schemas.openxmlformats.org/officeDocument/2006/relationships/slide" Target="slides/slide6.xml"/><Relationship Id="rId33" Type="http://schemas.openxmlformats.org/officeDocument/2006/relationships/font" Target="fonts/InterBlack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Black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Light-bold.fntdata"/><Relationship Id="rId16" Type="http://schemas.openxmlformats.org/officeDocument/2006/relationships/font" Target="fonts/InterLight-regular.fntdata"/><Relationship Id="rId19" Type="http://schemas.openxmlformats.org/officeDocument/2006/relationships/font" Target="fonts/InterLight-boldItalic.fntdata"/><Relationship Id="rId18" Type="http://schemas.openxmlformats.org/officeDocument/2006/relationships/font" Target="fonts/Inter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cc6923f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bcc6923f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bcc6923fb5_0_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bcc6923fb5_0_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cc6923fb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bcc6923fb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cc6923fb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bcc6923fb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bcc6923fb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bcc6923fb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bcc6923fb5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bcc6923fb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bcc6923fb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bcc6923fb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cc6923fb5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bcc6923fb5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cc6923fb5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bcc6923fb5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bcc6923fb5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bcc6923fb5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75" y="-2125"/>
            <a:ext cx="6913800" cy="42030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" name="Google Shape;11;p2"/>
          <p:cNvSpPr/>
          <p:nvPr/>
        </p:nvSpPr>
        <p:spPr>
          <a:xfrm rot="10800000">
            <a:off x="175" y="4198775"/>
            <a:ext cx="6913800" cy="940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Google Shape;12;p2"/>
          <p:cNvSpPr/>
          <p:nvPr/>
        </p:nvSpPr>
        <p:spPr>
          <a:xfrm rot="10800000">
            <a:off x="6914000" y="4198775"/>
            <a:ext cx="2232300" cy="940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" name="Google Shape;13;p2"/>
          <p:cNvSpPr/>
          <p:nvPr/>
        </p:nvSpPr>
        <p:spPr>
          <a:xfrm rot="10800000">
            <a:off x="6914000" y="-2225"/>
            <a:ext cx="2232300" cy="4202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72350" y="746550"/>
            <a:ext cx="6493800" cy="33828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272350" y="4377150"/>
            <a:ext cx="18129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7046325" y="4377150"/>
            <a:ext cx="18129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3" type="subTitle"/>
          </p:nvPr>
        </p:nvSpPr>
        <p:spPr>
          <a:xfrm>
            <a:off x="3078275" y="4377150"/>
            <a:ext cx="2874000" cy="1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4" type="subTitle"/>
          </p:nvPr>
        </p:nvSpPr>
        <p:spPr>
          <a:xfrm>
            <a:off x="7046325" y="244300"/>
            <a:ext cx="1812900" cy="1157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Inter Light"/>
              <a:buNone/>
              <a:defRPr sz="26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Light"/>
              <a:buNone/>
              <a:defRPr sz="26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1_1">
    <p:bg>
      <p:bgPr>
        <a:solidFill>
          <a:schemeClr val="dk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75" y="-2125"/>
            <a:ext cx="6913800" cy="42030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" name="Google Shape;21;p3"/>
          <p:cNvSpPr/>
          <p:nvPr/>
        </p:nvSpPr>
        <p:spPr>
          <a:xfrm rot="10800000">
            <a:off x="175" y="4198775"/>
            <a:ext cx="6913800" cy="940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" name="Google Shape;22;p3"/>
          <p:cNvSpPr/>
          <p:nvPr/>
        </p:nvSpPr>
        <p:spPr>
          <a:xfrm rot="10800000">
            <a:off x="6914000" y="4198775"/>
            <a:ext cx="2232300" cy="940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" name="Google Shape;23;p3"/>
          <p:cNvSpPr/>
          <p:nvPr/>
        </p:nvSpPr>
        <p:spPr>
          <a:xfrm rot="10800000">
            <a:off x="6914000" y="-2225"/>
            <a:ext cx="2232300" cy="4202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Google Shape;24;p3"/>
          <p:cNvSpPr txBox="1"/>
          <p:nvPr>
            <p:ph type="title"/>
          </p:nvPr>
        </p:nvSpPr>
        <p:spPr>
          <a:xfrm>
            <a:off x="272350" y="213150"/>
            <a:ext cx="6493800" cy="33828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272350" y="3551131"/>
            <a:ext cx="4404300" cy="452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6" name="Google Shape;26;p3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Team 1">
  <p:cSld name="CUSTOM_1_1_1">
    <p:bg>
      <p:bgPr>
        <a:gradFill>
          <a:gsLst>
            <a:gs pos="0">
              <a:schemeClr val="accent1"/>
            </a:gs>
            <a:gs pos="72000">
              <a:schemeClr val="lt1"/>
            </a:gs>
            <a:gs pos="100000">
              <a:schemeClr val="dk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>
            <p:ph idx="2" type="pic"/>
          </p:nvPr>
        </p:nvSpPr>
        <p:spPr>
          <a:xfrm>
            <a:off x="294150" y="1381775"/>
            <a:ext cx="1258200" cy="17979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3" type="pic"/>
          </p:nvPr>
        </p:nvSpPr>
        <p:spPr>
          <a:xfrm>
            <a:off x="3650100" y="1381775"/>
            <a:ext cx="1258200" cy="13818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4" type="pic"/>
          </p:nvPr>
        </p:nvSpPr>
        <p:spPr>
          <a:xfrm>
            <a:off x="1750675" y="2340900"/>
            <a:ext cx="1457400" cy="125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5" type="pic"/>
          </p:nvPr>
        </p:nvSpPr>
        <p:spPr>
          <a:xfrm>
            <a:off x="5242450" y="2340900"/>
            <a:ext cx="1779900" cy="125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6" type="pic"/>
          </p:nvPr>
        </p:nvSpPr>
        <p:spPr>
          <a:xfrm>
            <a:off x="7371800" y="1740600"/>
            <a:ext cx="1258200" cy="18681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4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284400" y="257451"/>
            <a:ext cx="8578800" cy="9102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/>
        </p:txBody>
      </p:sp>
      <p:sp>
        <p:nvSpPr>
          <p:cNvPr id="37" name="Google Shape;37;p4"/>
          <p:cNvSpPr txBox="1"/>
          <p:nvPr>
            <p:ph idx="1" type="subTitle"/>
          </p:nvPr>
        </p:nvSpPr>
        <p:spPr>
          <a:xfrm>
            <a:off x="294150" y="3363724"/>
            <a:ext cx="17271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7" type="subTitle"/>
          </p:nvPr>
        </p:nvSpPr>
        <p:spPr>
          <a:xfrm>
            <a:off x="277450" y="3579300"/>
            <a:ext cx="1258200" cy="7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" name="Google Shape;39;p4"/>
          <p:cNvSpPr txBox="1"/>
          <p:nvPr>
            <p:ph idx="8" type="subTitle"/>
          </p:nvPr>
        </p:nvSpPr>
        <p:spPr>
          <a:xfrm>
            <a:off x="1764575" y="3798149"/>
            <a:ext cx="17271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9" type="subTitle"/>
          </p:nvPr>
        </p:nvSpPr>
        <p:spPr>
          <a:xfrm>
            <a:off x="1747875" y="4013725"/>
            <a:ext cx="1258200" cy="7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1" name="Google Shape;41;p4"/>
          <p:cNvSpPr txBox="1"/>
          <p:nvPr>
            <p:ph idx="13" type="subTitle"/>
          </p:nvPr>
        </p:nvSpPr>
        <p:spPr>
          <a:xfrm>
            <a:off x="3657350" y="2946171"/>
            <a:ext cx="17271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14" type="subTitle"/>
          </p:nvPr>
        </p:nvSpPr>
        <p:spPr>
          <a:xfrm>
            <a:off x="3640650" y="3161747"/>
            <a:ext cx="1258200" cy="7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3" name="Google Shape;43;p4"/>
          <p:cNvSpPr txBox="1"/>
          <p:nvPr>
            <p:ph idx="15" type="subTitle"/>
          </p:nvPr>
        </p:nvSpPr>
        <p:spPr>
          <a:xfrm>
            <a:off x="5259150" y="3798146"/>
            <a:ext cx="17271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16" type="subTitle"/>
          </p:nvPr>
        </p:nvSpPr>
        <p:spPr>
          <a:xfrm>
            <a:off x="5242450" y="4013722"/>
            <a:ext cx="1258200" cy="7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5" name="Google Shape;45;p4"/>
          <p:cNvSpPr txBox="1"/>
          <p:nvPr>
            <p:ph idx="17" type="subTitle"/>
          </p:nvPr>
        </p:nvSpPr>
        <p:spPr>
          <a:xfrm>
            <a:off x="7388500" y="3798146"/>
            <a:ext cx="17271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Black"/>
              <a:buNone/>
              <a:defRPr sz="12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8" type="subTitle"/>
          </p:nvPr>
        </p:nvSpPr>
        <p:spPr>
          <a:xfrm>
            <a:off x="7371800" y="4013722"/>
            <a:ext cx="1258200" cy="7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 - One line title">
  <p:cSld name="CUSTOM_4">
    <p:bg>
      <p:bgPr>
        <a:gradFill>
          <a:gsLst>
            <a:gs pos="0">
              <a:schemeClr val="accent1"/>
            </a:gs>
            <a:gs pos="56000">
              <a:schemeClr val="lt1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8025" y="0"/>
            <a:ext cx="9144000" cy="137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0" name="Google Shape;50;p5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1">
  <p:cSld name="BLANK_1_1_1_1_1_1_1_1_1_1_1_1_1_1_2">
    <p:bg>
      <p:bgPr>
        <a:solidFill>
          <a:schemeClr val="dk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/>
          <p:nvPr/>
        </p:nvSpPr>
        <p:spPr>
          <a:xfrm>
            <a:off x="2175" y="-25"/>
            <a:ext cx="9144000" cy="1381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6"/>
          <p:cNvSpPr txBox="1"/>
          <p:nvPr>
            <p:ph idx="1" type="body"/>
          </p:nvPr>
        </p:nvSpPr>
        <p:spPr>
          <a:xfrm>
            <a:off x="284400" y="2950425"/>
            <a:ext cx="2450700" cy="190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2" type="subTitle"/>
          </p:nvPr>
        </p:nvSpPr>
        <p:spPr>
          <a:xfrm>
            <a:off x="284400" y="16921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3" type="body"/>
          </p:nvPr>
        </p:nvSpPr>
        <p:spPr>
          <a:xfrm>
            <a:off x="335609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8" name="Google Shape;58;p6"/>
          <p:cNvSpPr txBox="1"/>
          <p:nvPr>
            <p:ph idx="4" type="subTitle"/>
          </p:nvPr>
        </p:nvSpPr>
        <p:spPr>
          <a:xfrm>
            <a:off x="3356100" y="16921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5" type="body"/>
          </p:nvPr>
        </p:nvSpPr>
        <p:spPr>
          <a:xfrm>
            <a:off x="641357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idx="6" type="subTitle"/>
          </p:nvPr>
        </p:nvSpPr>
        <p:spPr>
          <a:xfrm>
            <a:off x="6413584" y="16921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 - Two lines title">
  <p:cSld name="CUSTOM_4_1">
    <p:bg>
      <p:bgPr>
        <a:gradFill>
          <a:gsLst>
            <a:gs pos="0">
              <a:schemeClr val="accent1"/>
            </a:gs>
            <a:gs pos="56000">
              <a:schemeClr val="lt1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8025" y="0"/>
            <a:ext cx="9144000" cy="137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7"/>
          <p:cNvSpPr txBox="1"/>
          <p:nvPr>
            <p:ph type="title"/>
          </p:nvPr>
        </p:nvSpPr>
        <p:spPr>
          <a:xfrm>
            <a:off x="284400" y="348369"/>
            <a:ext cx="6418200" cy="9102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66" name="Google Shape;66;p7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 - One line title ">
  <p:cSld name="CUSTOM_4_1_1">
    <p:bg>
      <p:bgPr>
        <a:solidFill>
          <a:schemeClr val="dk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8025" y="0"/>
            <a:ext cx="9144000" cy="137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8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8"/>
          <p:cNvSpPr txBox="1"/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Speakers">
  <p:cSld name="CUSTOM_4_1_1_1_1_2">
    <p:bg>
      <p:bgPr>
        <a:solidFill>
          <a:schemeClr val="dk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6900" y="0"/>
            <a:ext cx="9137100" cy="3523200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chemeClr val="lt1"/>
              </a:gs>
              <a:gs pos="100000">
                <a:schemeClr val="dk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0" y="2102300"/>
            <a:ext cx="9144000" cy="304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9"/>
          <p:cNvSpPr/>
          <p:nvPr>
            <p:ph idx="2" type="pic"/>
          </p:nvPr>
        </p:nvSpPr>
        <p:spPr>
          <a:xfrm>
            <a:off x="1745738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9"/>
          <p:cNvSpPr/>
          <p:nvPr>
            <p:ph idx="3" type="pic"/>
          </p:nvPr>
        </p:nvSpPr>
        <p:spPr>
          <a:xfrm>
            <a:off x="3214088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9"/>
          <p:cNvSpPr/>
          <p:nvPr>
            <p:ph idx="4" type="pic"/>
          </p:nvPr>
        </p:nvSpPr>
        <p:spPr>
          <a:xfrm>
            <a:off x="467710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9"/>
          <p:cNvSpPr/>
          <p:nvPr>
            <p:ph idx="5" type="pic"/>
          </p:nvPr>
        </p:nvSpPr>
        <p:spPr>
          <a:xfrm>
            <a:off x="614570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9"/>
          <p:cNvSpPr/>
          <p:nvPr>
            <p:ph idx="6" type="pic"/>
          </p:nvPr>
        </p:nvSpPr>
        <p:spPr>
          <a:xfrm>
            <a:off x="761430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9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284400" y="668399"/>
            <a:ext cx="8578800" cy="9102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/>
        </p:txBody>
      </p:sp>
      <p:sp>
        <p:nvSpPr>
          <p:cNvPr id="84" name="Google Shape;84;p9"/>
          <p:cNvSpPr txBox="1"/>
          <p:nvPr>
            <p:ph idx="1" type="subTitle"/>
          </p:nvPr>
        </p:nvSpPr>
        <p:spPr>
          <a:xfrm>
            <a:off x="284700" y="3892206"/>
            <a:ext cx="1258200" cy="1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9"/>
          <p:cNvSpPr/>
          <p:nvPr>
            <p:ph idx="7" type="pic"/>
          </p:nvPr>
        </p:nvSpPr>
        <p:spPr>
          <a:xfrm>
            <a:off x="274950" y="2376422"/>
            <a:ext cx="1269000" cy="12690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9"/>
          <p:cNvSpPr txBox="1"/>
          <p:nvPr>
            <p:ph idx="8" type="subTitle"/>
          </p:nvPr>
        </p:nvSpPr>
        <p:spPr>
          <a:xfrm>
            <a:off x="284700" y="4087691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9"/>
          <p:cNvSpPr txBox="1"/>
          <p:nvPr>
            <p:ph idx="9" type="subTitle"/>
          </p:nvPr>
        </p:nvSpPr>
        <p:spPr>
          <a:xfrm>
            <a:off x="284675" y="4322169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9"/>
          <p:cNvSpPr txBox="1"/>
          <p:nvPr>
            <p:ph idx="13" type="subTitle"/>
          </p:nvPr>
        </p:nvSpPr>
        <p:spPr>
          <a:xfrm>
            <a:off x="1745775" y="3892206"/>
            <a:ext cx="1258200" cy="1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9"/>
          <p:cNvSpPr txBox="1"/>
          <p:nvPr>
            <p:ph idx="14" type="subTitle"/>
          </p:nvPr>
        </p:nvSpPr>
        <p:spPr>
          <a:xfrm>
            <a:off x="1745775" y="4087691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" name="Google Shape;90;p9"/>
          <p:cNvSpPr txBox="1"/>
          <p:nvPr>
            <p:ph idx="15" type="subTitle"/>
          </p:nvPr>
        </p:nvSpPr>
        <p:spPr>
          <a:xfrm>
            <a:off x="1745750" y="4322169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" name="Google Shape;91;p9"/>
          <p:cNvSpPr txBox="1"/>
          <p:nvPr>
            <p:ph idx="16" type="subTitle"/>
          </p:nvPr>
        </p:nvSpPr>
        <p:spPr>
          <a:xfrm>
            <a:off x="3219513" y="3892206"/>
            <a:ext cx="1258200" cy="1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9"/>
          <p:cNvSpPr txBox="1"/>
          <p:nvPr>
            <p:ph idx="17" type="subTitle"/>
          </p:nvPr>
        </p:nvSpPr>
        <p:spPr>
          <a:xfrm>
            <a:off x="3219513" y="4087691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" name="Google Shape;93;p9"/>
          <p:cNvSpPr txBox="1"/>
          <p:nvPr>
            <p:ph idx="18" type="subTitle"/>
          </p:nvPr>
        </p:nvSpPr>
        <p:spPr>
          <a:xfrm>
            <a:off x="3219488" y="4322169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9"/>
          <p:cNvSpPr txBox="1"/>
          <p:nvPr>
            <p:ph idx="19" type="subTitle"/>
          </p:nvPr>
        </p:nvSpPr>
        <p:spPr>
          <a:xfrm>
            <a:off x="4683950" y="3892206"/>
            <a:ext cx="1258200" cy="1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0" type="subTitle"/>
          </p:nvPr>
        </p:nvSpPr>
        <p:spPr>
          <a:xfrm>
            <a:off x="4683950" y="4087691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21" type="subTitle"/>
          </p:nvPr>
        </p:nvSpPr>
        <p:spPr>
          <a:xfrm>
            <a:off x="4683925" y="4322169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22" type="subTitle"/>
          </p:nvPr>
        </p:nvSpPr>
        <p:spPr>
          <a:xfrm>
            <a:off x="6148375" y="3892206"/>
            <a:ext cx="1258200" cy="1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23" type="subTitle"/>
          </p:nvPr>
        </p:nvSpPr>
        <p:spPr>
          <a:xfrm>
            <a:off x="6148375" y="4087691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9"/>
          <p:cNvSpPr txBox="1"/>
          <p:nvPr>
            <p:ph idx="24" type="subTitle"/>
          </p:nvPr>
        </p:nvSpPr>
        <p:spPr>
          <a:xfrm>
            <a:off x="6148350" y="4322169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25" type="subTitle"/>
          </p:nvPr>
        </p:nvSpPr>
        <p:spPr>
          <a:xfrm>
            <a:off x="7612800" y="3892206"/>
            <a:ext cx="1258200" cy="1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6" type="subTitle"/>
          </p:nvPr>
        </p:nvSpPr>
        <p:spPr>
          <a:xfrm>
            <a:off x="7612800" y="4087691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9"/>
          <p:cNvSpPr txBox="1"/>
          <p:nvPr>
            <p:ph idx="27" type="subTitle"/>
          </p:nvPr>
        </p:nvSpPr>
        <p:spPr>
          <a:xfrm>
            <a:off x="7612775" y="4322169"/>
            <a:ext cx="1258200" cy="1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Light"/>
              <a:buNone/>
              <a:defRPr sz="9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7 - One line title ">
  <p:cSld name="CUSTOM_4_1_1_1_1_1_2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/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5" name="Google Shape;105;p10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7 - Long title">
  <p:cSld name="CUSTOM_4_1_1_1_1_1_1">
    <p:bg>
      <p:bgPr>
        <a:solidFill>
          <a:schemeClr val="dk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/>
        </p:nvSpPr>
        <p:spPr>
          <a:xfrm>
            <a:off x="6900" y="0"/>
            <a:ext cx="9137100" cy="5143500"/>
          </a:xfrm>
          <a:prstGeom prst="rect">
            <a:avLst/>
          </a:prstGeom>
          <a:gradFill>
            <a:gsLst>
              <a:gs pos="0">
                <a:schemeClr val="accent1"/>
              </a:gs>
              <a:gs pos="56000">
                <a:schemeClr val="lt1"/>
              </a:gs>
              <a:gs pos="100000">
                <a:schemeClr val="dk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>
            <a:off x="2844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1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11"/>
          <p:cNvSpPr txBox="1"/>
          <p:nvPr>
            <p:ph idx="1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2" type="subTitle"/>
          </p:nvPr>
        </p:nvSpPr>
        <p:spPr>
          <a:xfrm>
            <a:off x="3026399" y="4388244"/>
            <a:ext cx="1205400" cy="3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hasCustomPrompt="1" type="title"/>
          </p:nvPr>
        </p:nvSpPr>
        <p:spPr>
          <a:xfrm>
            <a:off x="3168497" y="3693228"/>
            <a:ext cx="1765500" cy="66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114" name="Google Shape;114;p11"/>
          <p:cNvSpPr txBox="1"/>
          <p:nvPr>
            <p:ph idx="3" type="title"/>
          </p:nvPr>
        </p:nvSpPr>
        <p:spPr>
          <a:xfrm>
            <a:off x="276528" y="832767"/>
            <a:ext cx="6417900" cy="1738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 b="1"/>
            </a:lvl9pPr>
          </a:lstStyle>
          <a:p/>
        </p:txBody>
      </p:sp>
      <p:sp>
        <p:nvSpPr>
          <p:cNvPr id="115" name="Google Shape;115;p11"/>
          <p:cNvSpPr txBox="1"/>
          <p:nvPr>
            <p:ph hasCustomPrompt="1" idx="4" type="title"/>
          </p:nvPr>
        </p:nvSpPr>
        <p:spPr>
          <a:xfrm>
            <a:off x="4822300" y="3693225"/>
            <a:ext cx="1880400" cy="66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116" name="Google Shape;116;p11"/>
          <p:cNvSpPr txBox="1"/>
          <p:nvPr>
            <p:ph idx="5" type="subTitle"/>
          </p:nvPr>
        </p:nvSpPr>
        <p:spPr>
          <a:xfrm>
            <a:off x="4880113" y="4388244"/>
            <a:ext cx="1205400" cy="3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6" type="subTitle"/>
          </p:nvPr>
        </p:nvSpPr>
        <p:spPr>
          <a:xfrm>
            <a:off x="176425" y="3754475"/>
            <a:ext cx="1994700" cy="98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7" type="subTitle"/>
          </p:nvPr>
        </p:nvSpPr>
        <p:spPr>
          <a:xfrm>
            <a:off x="6641100" y="3863375"/>
            <a:ext cx="25029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idx="8" type="subTitle"/>
          </p:nvPr>
        </p:nvSpPr>
        <p:spPr>
          <a:xfrm>
            <a:off x="7728975" y="3863375"/>
            <a:ext cx="14151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0" name="Google Shape;120;p11"/>
          <p:cNvSpPr txBox="1"/>
          <p:nvPr>
            <p:ph idx="9" type="subTitle"/>
          </p:nvPr>
        </p:nvSpPr>
        <p:spPr>
          <a:xfrm>
            <a:off x="7067246" y="4307825"/>
            <a:ext cx="20769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1" name="Google Shape;121;p11"/>
          <p:cNvSpPr txBox="1"/>
          <p:nvPr>
            <p:ph idx="13" type="subTitle"/>
          </p:nvPr>
        </p:nvSpPr>
        <p:spPr>
          <a:xfrm>
            <a:off x="4933999" y="747975"/>
            <a:ext cx="39864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1"/>
          <p:cNvSpPr txBox="1"/>
          <p:nvPr>
            <p:ph idx="14" type="subTitle"/>
          </p:nvPr>
        </p:nvSpPr>
        <p:spPr>
          <a:xfrm>
            <a:off x="5157668" y="1229975"/>
            <a:ext cx="39864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" name="Google Shape;123;p11"/>
          <p:cNvSpPr txBox="1"/>
          <p:nvPr>
            <p:ph idx="15" type="subTitle"/>
          </p:nvPr>
        </p:nvSpPr>
        <p:spPr>
          <a:xfrm>
            <a:off x="4934004" y="1229970"/>
            <a:ext cx="39864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11"/>
          <p:cNvSpPr txBox="1"/>
          <p:nvPr>
            <p:ph idx="16" type="subTitle"/>
          </p:nvPr>
        </p:nvSpPr>
        <p:spPr>
          <a:xfrm>
            <a:off x="5157668" y="1527600"/>
            <a:ext cx="39864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1"/>
          <p:cNvSpPr txBox="1"/>
          <p:nvPr>
            <p:ph idx="17" type="subTitle"/>
          </p:nvPr>
        </p:nvSpPr>
        <p:spPr>
          <a:xfrm>
            <a:off x="4933999" y="1527600"/>
            <a:ext cx="39864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1"/>
          <p:cNvSpPr txBox="1"/>
          <p:nvPr>
            <p:ph idx="18" type="subTitle"/>
          </p:nvPr>
        </p:nvSpPr>
        <p:spPr>
          <a:xfrm>
            <a:off x="5157668" y="1831200"/>
            <a:ext cx="39864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11"/>
          <p:cNvSpPr txBox="1"/>
          <p:nvPr>
            <p:ph idx="19" type="subTitle"/>
          </p:nvPr>
        </p:nvSpPr>
        <p:spPr>
          <a:xfrm>
            <a:off x="4933999" y="1831200"/>
            <a:ext cx="39864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1"/>
          <p:cNvSpPr txBox="1"/>
          <p:nvPr>
            <p:ph idx="20" type="title"/>
          </p:nvPr>
        </p:nvSpPr>
        <p:spPr>
          <a:xfrm>
            <a:off x="276528" y="1138207"/>
            <a:ext cx="6417900" cy="1738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Light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6_1">
    <p:bg>
      <p:bgPr>
        <a:gradFill>
          <a:gsLst>
            <a:gs pos="0">
              <a:schemeClr val="accent1"/>
            </a:gs>
            <a:gs pos="56000">
              <a:schemeClr val="lt1"/>
            </a:gs>
            <a:gs pos="100000">
              <a:schemeClr val="dk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/>
          <p:nvPr/>
        </p:nvSpPr>
        <p:spPr>
          <a:xfrm>
            <a:off x="0" y="2074125"/>
            <a:ext cx="9144000" cy="306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12"/>
          <p:cNvSpPr txBox="1"/>
          <p:nvPr>
            <p:ph type="title"/>
          </p:nvPr>
        </p:nvSpPr>
        <p:spPr>
          <a:xfrm>
            <a:off x="288150" y="2601375"/>
            <a:ext cx="6417900" cy="24171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Light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2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p12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Findings">
  <p:cSld name="CUSTOM_7_1_1_1">
    <p:bg>
      <p:bgPr>
        <a:solidFill>
          <a:schemeClr val="dk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13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-6550" y="-1100"/>
            <a:ext cx="3714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13"/>
          <p:cNvSpPr txBox="1"/>
          <p:nvPr>
            <p:ph type="title"/>
          </p:nvPr>
        </p:nvSpPr>
        <p:spPr>
          <a:xfrm>
            <a:off x="277450" y="923825"/>
            <a:ext cx="2987700" cy="593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Inter"/>
              <a:buNone/>
              <a:defRPr b="1" sz="2000"/>
            </a:lvl9pPr>
          </a:lstStyle>
          <a:p/>
        </p:txBody>
      </p:sp>
      <p:sp>
        <p:nvSpPr>
          <p:cNvPr id="140" name="Google Shape;140;p13"/>
          <p:cNvSpPr txBox="1"/>
          <p:nvPr>
            <p:ph idx="1" type="subTitle"/>
          </p:nvPr>
        </p:nvSpPr>
        <p:spPr>
          <a:xfrm>
            <a:off x="277450" y="615150"/>
            <a:ext cx="2987700" cy="1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3"/>
          <p:cNvSpPr txBox="1"/>
          <p:nvPr>
            <p:ph idx="2" type="subTitle"/>
          </p:nvPr>
        </p:nvSpPr>
        <p:spPr>
          <a:xfrm>
            <a:off x="4013550" y="561373"/>
            <a:ext cx="2987700" cy="2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3"/>
          <p:cNvSpPr txBox="1"/>
          <p:nvPr>
            <p:ph idx="3" type="subTitle"/>
          </p:nvPr>
        </p:nvSpPr>
        <p:spPr>
          <a:xfrm>
            <a:off x="4341300" y="1082075"/>
            <a:ext cx="4849500" cy="10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hasCustomPrompt="1" idx="4" type="title"/>
          </p:nvPr>
        </p:nvSpPr>
        <p:spPr>
          <a:xfrm>
            <a:off x="6797450" y="2617100"/>
            <a:ext cx="1765500" cy="66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144" name="Google Shape;144;p13"/>
          <p:cNvSpPr txBox="1"/>
          <p:nvPr>
            <p:ph hasCustomPrompt="1" idx="5" type="title"/>
          </p:nvPr>
        </p:nvSpPr>
        <p:spPr>
          <a:xfrm>
            <a:off x="4189575" y="2617100"/>
            <a:ext cx="1765500" cy="66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145" name="Google Shape;145;p13"/>
          <p:cNvSpPr txBox="1"/>
          <p:nvPr>
            <p:ph idx="6" type="subTitle"/>
          </p:nvPr>
        </p:nvSpPr>
        <p:spPr>
          <a:xfrm>
            <a:off x="3999850" y="4176775"/>
            <a:ext cx="2138100" cy="68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6" name="Google Shape;146;p13"/>
          <p:cNvSpPr txBox="1"/>
          <p:nvPr>
            <p:ph idx="7" type="subTitle"/>
          </p:nvPr>
        </p:nvSpPr>
        <p:spPr>
          <a:xfrm>
            <a:off x="4189575" y="3348875"/>
            <a:ext cx="1765500" cy="1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47" name="Google Shape;147;p13"/>
          <p:cNvSpPr txBox="1"/>
          <p:nvPr>
            <p:ph idx="8" type="subTitle"/>
          </p:nvPr>
        </p:nvSpPr>
        <p:spPr>
          <a:xfrm>
            <a:off x="6797450" y="3348875"/>
            <a:ext cx="1765500" cy="1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48" name="Google Shape;148;p13"/>
          <p:cNvSpPr txBox="1"/>
          <p:nvPr>
            <p:ph idx="9" type="subTitle"/>
          </p:nvPr>
        </p:nvSpPr>
        <p:spPr>
          <a:xfrm>
            <a:off x="4053900" y="1082075"/>
            <a:ext cx="486000" cy="10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49" name="Google Shape;149;p13"/>
          <p:cNvSpPr txBox="1"/>
          <p:nvPr>
            <p:ph idx="13" type="subTitle"/>
          </p:nvPr>
        </p:nvSpPr>
        <p:spPr>
          <a:xfrm>
            <a:off x="4341300" y="1460445"/>
            <a:ext cx="4849500" cy="10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0" name="Google Shape;150;p13"/>
          <p:cNvSpPr txBox="1"/>
          <p:nvPr>
            <p:ph idx="14" type="subTitle"/>
          </p:nvPr>
        </p:nvSpPr>
        <p:spPr>
          <a:xfrm>
            <a:off x="4053900" y="1460445"/>
            <a:ext cx="486000" cy="10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51" name="Google Shape;151;p13"/>
          <p:cNvSpPr txBox="1"/>
          <p:nvPr>
            <p:ph idx="15" type="subTitle"/>
          </p:nvPr>
        </p:nvSpPr>
        <p:spPr>
          <a:xfrm>
            <a:off x="4341300" y="1840801"/>
            <a:ext cx="4849500" cy="10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52" name="Google Shape;152;p13"/>
          <p:cNvSpPr txBox="1"/>
          <p:nvPr>
            <p:ph idx="16" type="subTitle"/>
          </p:nvPr>
        </p:nvSpPr>
        <p:spPr>
          <a:xfrm>
            <a:off x="4053900" y="1840801"/>
            <a:ext cx="486000" cy="100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53" name="Google Shape;153;p13"/>
          <p:cNvSpPr txBox="1"/>
          <p:nvPr>
            <p:ph idx="17" type="subTitle"/>
          </p:nvPr>
        </p:nvSpPr>
        <p:spPr>
          <a:xfrm>
            <a:off x="6539262" y="3947400"/>
            <a:ext cx="12576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4" name="Google Shape;154;p13"/>
          <p:cNvSpPr txBox="1"/>
          <p:nvPr>
            <p:ph idx="18" type="subTitle"/>
          </p:nvPr>
        </p:nvSpPr>
        <p:spPr>
          <a:xfrm>
            <a:off x="7801698" y="3947400"/>
            <a:ext cx="12576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5" name="Google Shape;155;p13"/>
          <p:cNvSpPr txBox="1"/>
          <p:nvPr>
            <p:ph idx="19" type="subTitle"/>
          </p:nvPr>
        </p:nvSpPr>
        <p:spPr>
          <a:xfrm>
            <a:off x="6533000" y="4482875"/>
            <a:ext cx="2520000" cy="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Header">
  <p:cSld name="CUSTOM_2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14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14"/>
          <p:cNvSpPr txBox="1"/>
          <p:nvPr>
            <p:ph idx="1" type="subTitle"/>
          </p:nvPr>
        </p:nvSpPr>
        <p:spPr>
          <a:xfrm>
            <a:off x="194920" y="2643283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160" name="Google Shape;160;p14"/>
          <p:cNvSpPr txBox="1"/>
          <p:nvPr>
            <p:ph idx="2" type="subTitle"/>
          </p:nvPr>
        </p:nvSpPr>
        <p:spPr>
          <a:xfrm>
            <a:off x="474545" y="3125283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61" name="Google Shape;161;p14"/>
          <p:cNvSpPr txBox="1"/>
          <p:nvPr>
            <p:ph idx="3" type="subTitle"/>
          </p:nvPr>
        </p:nvSpPr>
        <p:spPr>
          <a:xfrm>
            <a:off x="194920" y="3125283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62" name="Google Shape;162;p14"/>
          <p:cNvSpPr txBox="1"/>
          <p:nvPr>
            <p:ph idx="4" type="subTitle"/>
          </p:nvPr>
        </p:nvSpPr>
        <p:spPr>
          <a:xfrm>
            <a:off x="474545" y="3422908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63" name="Google Shape;163;p14"/>
          <p:cNvSpPr txBox="1"/>
          <p:nvPr>
            <p:ph idx="5" type="subTitle"/>
          </p:nvPr>
        </p:nvSpPr>
        <p:spPr>
          <a:xfrm>
            <a:off x="194920" y="3422908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64" name="Google Shape;164;p14"/>
          <p:cNvSpPr txBox="1"/>
          <p:nvPr>
            <p:ph idx="6" type="subTitle"/>
          </p:nvPr>
        </p:nvSpPr>
        <p:spPr>
          <a:xfrm>
            <a:off x="474545" y="3726508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None/>
              <a:defRPr sz="1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65" name="Google Shape;165;p14"/>
          <p:cNvSpPr txBox="1"/>
          <p:nvPr>
            <p:ph idx="7" type="subTitle"/>
          </p:nvPr>
        </p:nvSpPr>
        <p:spPr>
          <a:xfrm>
            <a:off x="194920" y="3726508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66" name="Google Shape;166;p14"/>
          <p:cNvSpPr txBox="1"/>
          <p:nvPr>
            <p:ph idx="8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4"/>
          <p:cNvSpPr txBox="1"/>
          <p:nvPr>
            <p:ph type="title"/>
          </p:nvPr>
        </p:nvSpPr>
        <p:spPr>
          <a:xfrm>
            <a:off x="276526" y="832771"/>
            <a:ext cx="4206900" cy="771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b="1"/>
            </a:lvl9pPr>
          </a:lstStyle>
          <a:p/>
        </p:txBody>
      </p:sp>
      <p:sp>
        <p:nvSpPr>
          <p:cNvPr id="168" name="Google Shape;168;p14"/>
          <p:cNvSpPr txBox="1"/>
          <p:nvPr>
            <p:ph idx="9" type="title"/>
          </p:nvPr>
        </p:nvSpPr>
        <p:spPr>
          <a:xfrm>
            <a:off x="276525" y="1138205"/>
            <a:ext cx="6013200" cy="573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Light"/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69" name="Google Shape;169;p14"/>
          <p:cNvSpPr txBox="1"/>
          <p:nvPr>
            <p:ph idx="13" type="subTitle"/>
          </p:nvPr>
        </p:nvSpPr>
        <p:spPr>
          <a:xfrm>
            <a:off x="6289775" y="3863375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70" name="Google Shape;170;p14"/>
          <p:cNvSpPr txBox="1"/>
          <p:nvPr>
            <p:ph idx="14" type="subTitle"/>
          </p:nvPr>
        </p:nvSpPr>
        <p:spPr>
          <a:xfrm>
            <a:off x="7377650" y="3863375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71" name="Google Shape;171;p14"/>
          <p:cNvSpPr txBox="1"/>
          <p:nvPr>
            <p:ph idx="15" type="subTitle"/>
          </p:nvPr>
        </p:nvSpPr>
        <p:spPr>
          <a:xfrm>
            <a:off x="6715919" y="4307825"/>
            <a:ext cx="4983600" cy="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72" name="Google Shape;172;p14"/>
          <p:cNvSpPr txBox="1"/>
          <p:nvPr>
            <p:ph idx="16" type="subTitle"/>
          </p:nvPr>
        </p:nvSpPr>
        <p:spPr>
          <a:xfrm>
            <a:off x="4209333" y="4565962"/>
            <a:ext cx="1205400" cy="3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73" name="Google Shape;173;p14"/>
          <p:cNvSpPr txBox="1"/>
          <p:nvPr>
            <p:ph hasCustomPrompt="1" idx="17" type="title"/>
          </p:nvPr>
        </p:nvSpPr>
        <p:spPr>
          <a:xfrm>
            <a:off x="4168502" y="3828450"/>
            <a:ext cx="1765500" cy="66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●"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○"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Inter"/>
              <a:buChar char="■"/>
              <a:defRPr sz="4800"/>
            </a:lvl9pPr>
          </a:lstStyle>
          <a:p>
            <a:r>
              <a:t>xx%</a:t>
            </a:r>
          </a:p>
        </p:txBody>
      </p:sp>
      <p:sp>
        <p:nvSpPr>
          <p:cNvPr id="174" name="Google Shape;174;p14"/>
          <p:cNvSpPr txBox="1"/>
          <p:nvPr>
            <p:ph idx="18" type="subTitle"/>
          </p:nvPr>
        </p:nvSpPr>
        <p:spPr>
          <a:xfrm>
            <a:off x="4122034" y="2405891"/>
            <a:ext cx="1551900" cy="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75" name="Google Shape;175;p14"/>
          <p:cNvSpPr txBox="1"/>
          <p:nvPr>
            <p:ph idx="19" type="subTitle"/>
          </p:nvPr>
        </p:nvSpPr>
        <p:spPr>
          <a:xfrm>
            <a:off x="6766059" y="2140666"/>
            <a:ext cx="1994700" cy="98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10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/>
          <p:nvPr/>
        </p:nvSpPr>
        <p:spPr>
          <a:xfrm flipH="1" rot="10800000">
            <a:off x="-28650" y="0"/>
            <a:ext cx="3019200" cy="5156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15"/>
          <p:cNvSpPr txBox="1"/>
          <p:nvPr>
            <p:ph type="title"/>
          </p:nvPr>
        </p:nvSpPr>
        <p:spPr>
          <a:xfrm>
            <a:off x="296550" y="850675"/>
            <a:ext cx="2279700" cy="1726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000"/>
            </a:lvl9pPr>
          </a:lstStyle>
          <a:p/>
        </p:txBody>
      </p:sp>
      <p:sp>
        <p:nvSpPr>
          <p:cNvPr id="179" name="Google Shape;179;p15"/>
          <p:cNvSpPr txBox="1"/>
          <p:nvPr>
            <p:ph idx="1" type="subTitle"/>
          </p:nvPr>
        </p:nvSpPr>
        <p:spPr>
          <a:xfrm>
            <a:off x="3851725" y="850675"/>
            <a:ext cx="5013900" cy="4067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Inter Light"/>
              <a:buNone/>
              <a:defRPr sz="22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Inter Light"/>
              <a:buNone/>
              <a:defRPr sz="2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80" name="Google Shape;180;p15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15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1">
    <p:bg>
      <p:bgPr>
        <a:solidFill>
          <a:schemeClr val="dk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>
            <p:ph idx="1" type="subTitle"/>
          </p:nvPr>
        </p:nvSpPr>
        <p:spPr>
          <a:xfrm>
            <a:off x="284400" y="21493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6"/>
          <p:cNvSpPr txBox="1"/>
          <p:nvPr>
            <p:ph idx="2" type="subTitle"/>
          </p:nvPr>
        </p:nvSpPr>
        <p:spPr>
          <a:xfrm>
            <a:off x="3356100" y="21493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16"/>
          <p:cNvSpPr txBox="1"/>
          <p:nvPr>
            <p:ph idx="3" type="subTitle"/>
          </p:nvPr>
        </p:nvSpPr>
        <p:spPr>
          <a:xfrm>
            <a:off x="6413584" y="21493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6"/>
          <p:cNvSpPr txBox="1"/>
          <p:nvPr>
            <p:ph idx="4" type="body"/>
          </p:nvPr>
        </p:nvSpPr>
        <p:spPr>
          <a:xfrm>
            <a:off x="284400" y="2950425"/>
            <a:ext cx="2450700" cy="190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87" name="Google Shape;187;p16"/>
          <p:cNvSpPr txBox="1"/>
          <p:nvPr>
            <p:ph idx="5" type="body"/>
          </p:nvPr>
        </p:nvSpPr>
        <p:spPr>
          <a:xfrm>
            <a:off x="335609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88" name="Google Shape;188;p16"/>
          <p:cNvSpPr txBox="1"/>
          <p:nvPr>
            <p:ph idx="6" type="body"/>
          </p:nvPr>
        </p:nvSpPr>
        <p:spPr>
          <a:xfrm>
            <a:off x="6413576" y="2950425"/>
            <a:ext cx="2450700" cy="19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89" name="Google Shape;189;p16"/>
          <p:cNvSpPr/>
          <p:nvPr/>
        </p:nvSpPr>
        <p:spPr>
          <a:xfrm>
            <a:off x="2175" y="-25"/>
            <a:ext cx="9144000" cy="174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16"/>
          <p:cNvSpPr txBox="1"/>
          <p:nvPr>
            <p:ph type="title"/>
          </p:nvPr>
        </p:nvSpPr>
        <p:spPr>
          <a:xfrm>
            <a:off x="284400" y="828727"/>
            <a:ext cx="6418200" cy="713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91" name="Google Shape;191;p16"/>
          <p:cNvSpPr txBox="1"/>
          <p:nvPr>
            <p:ph idx="7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6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16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20_1_1">
    <p:bg>
      <p:bgPr>
        <a:solidFill>
          <a:schemeClr val="dk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/>
          <p:nvPr/>
        </p:nvSpPr>
        <p:spPr>
          <a:xfrm>
            <a:off x="2175" y="-25"/>
            <a:ext cx="9144000" cy="174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" name="Google Shape;196;p17"/>
          <p:cNvSpPr txBox="1"/>
          <p:nvPr>
            <p:ph idx="1" type="subTitle"/>
          </p:nvPr>
        </p:nvSpPr>
        <p:spPr>
          <a:xfrm>
            <a:off x="284400" y="21493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17"/>
          <p:cNvSpPr txBox="1"/>
          <p:nvPr>
            <p:ph idx="2" type="subTitle"/>
          </p:nvPr>
        </p:nvSpPr>
        <p:spPr>
          <a:xfrm>
            <a:off x="3356100" y="2149316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17"/>
          <p:cNvSpPr txBox="1"/>
          <p:nvPr>
            <p:ph idx="3" type="subTitle"/>
          </p:nvPr>
        </p:nvSpPr>
        <p:spPr>
          <a:xfrm>
            <a:off x="6413575" y="2149325"/>
            <a:ext cx="2451300" cy="619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nter"/>
              <a:buNone/>
              <a:defRPr sz="1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17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17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17"/>
          <p:cNvSpPr txBox="1"/>
          <p:nvPr>
            <p:ph type="title"/>
          </p:nvPr>
        </p:nvSpPr>
        <p:spPr>
          <a:xfrm>
            <a:off x="284400" y="828727"/>
            <a:ext cx="6418200" cy="713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2" name="Google Shape;202;p17"/>
          <p:cNvSpPr txBox="1"/>
          <p:nvPr>
            <p:ph idx="4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7"/>
          <p:cNvSpPr txBox="1"/>
          <p:nvPr>
            <p:ph idx="5" type="body"/>
          </p:nvPr>
        </p:nvSpPr>
        <p:spPr>
          <a:xfrm>
            <a:off x="277450" y="4432425"/>
            <a:ext cx="2451300" cy="47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4" name="Google Shape;204;p17"/>
          <p:cNvSpPr txBox="1"/>
          <p:nvPr>
            <p:ph idx="6" type="subTitle"/>
          </p:nvPr>
        </p:nvSpPr>
        <p:spPr>
          <a:xfrm>
            <a:off x="277450" y="3941600"/>
            <a:ext cx="2392500" cy="188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05" name="Google Shape;205;p17"/>
          <p:cNvSpPr txBox="1"/>
          <p:nvPr>
            <p:ph idx="7" type="subTitle"/>
          </p:nvPr>
        </p:nvSpPr>
        <p:spPr>
          <a:xfrm>
            <a:off x="284700" y="3798725"/>
            <a:ext cx="2392500" cy="1056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7"/>
          <p:cNvSpPr txBox="1"/>
          <p:nvPr>
            <p:ph idx="8" type="body"/>
          </p:nvPr>
        </p:nvSpPr>
        <p:spPr>
          <a:xfrm>
            <a:off x="3348563" y="4432425"/>
            <a:ext cx="24513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7" name="Google Shape;207;p17"/>
          <p:cNvSpPr txBox="1"/>
          <p:nvPr>
            <p:ph idx="9" type="subTitle"/>
          </p:nvPr>
        </p:nvSpPr>
        <p:spPr>
          <a:xfrm>
            <a:off x="3348563" y="3941600"/>
            <a:ext cx="2392500" cy="188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13" type="subTitle"/>
          </p:nvPr>
        </p:nvSpPr>
        <p:spPr>
          <a:xfrm>
            <a:off x="3355813" y="3798725"/>
            <a:ext cx="2392500" cy="1056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7"/>
          <p:cNvSpPr txBox="1"/>
          <p:nvPr>
            <p:ph idx="14" type="body"/>
          </p:nvPr>
        </p:nvSpPr>
        <p:spPr>
          <a:xfrm>
            <a:off x="6434538" y="4432425"/>
            <a:ext cx="24513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0" name="Google Shape;210;p17"/>
          <p:cNvSpPr txBox="1"/>
          <p:nvPr>
            <p:ph idx="15" type="subTitle"/>
          </p:nvPr>
        </p:nvSpPr>
        <p:spPr>
          <a:xfrm>
            <a:off x="6434538" y="3941600"/>
            <a:ext cx="2392500" cy="188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 sz="12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1" name="Google Shape;211;p17"/>
          <p:cNvSpPr txBox="1"/>
          <p:nvPr>
            <p:ph idx="16" type="subTitle"/>
          </p:nvPr>
        </p:nvSpPr>
        <p:spPr>
          <a:xfrm>
            <a:off x="6441788" y="3798725"/>
            <a:ext cx="2392500" cy="1056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19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/>
          <p:nvPr/>
        </p:nvSpPr>
        <p:spPr>
          <a:xfrm rot="10800000">
            <a:off x="2994200" y="-1500"/>
            <a:ext cx="3078000" cy="25770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6073500" y="2574000"/>
            <a:ext cx="3074700" cy="25695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18"/>
          <p:cNvSpPr/>
          <p:nvPr/>
        </p:nvSpPr>
        <p:spPr>
          <a:xfrm rot="5400000">
            <a:off x="6324925" y="-250900"/>
            <a:ext cx="2569500" cy="30747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18"/>
          <p:cNvSpPr/>
          <p:nvPr/>
        </p:nvSpPr>
        <p:spPr>
          <a:xfrm rot="-5400000">
            <a:off x="3253050" y="2320675"/>
            <a:ext cx="2568600" cy="30741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8" name="Google Shape;218;p18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18"/>
          <p:cNvSpPr txBox="1"/>
          <p:nvPr>
            <p:ph type="title"/>
          </p:nvPr>
        </p:nvSpPr>
        <p:spPr>
          <a:xfrm>
            <a:off x="284400" y="1253833"/>
            <a:ext cx="2373000" cy="979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284400" y="877725"/>
            <a:ext cx="2373000" cy="2976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19_1_1_2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19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19"/>
          <p:cNvSpPr txBox="1"/>
          <p:nvPr>
            <p:ph idx="1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19"/>
          <p:cNvSpPr txBox="1"/>
          <p:nvPr>
            <p:ph type="title"/>
          </p:nvPr>
        </p:nvSpPr>
        <p:spPr>
          <a:xfrm>
            <a:off x="284400" y="828725"/>
            <a:ext cx="4255500" cy="713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6" name="Google Shape;226;p19"/>
          <p:cNvSpPr txBox="1"/>
          <p:nvPr>
            <p:ph idx="2" type="body"/>
          </p:nvPr>
        </p:nvSpPr>
        <p:spPr>
          <a:xfrm>
            <a:off x="284700" y="3003739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3" type="body"/>
          </p:nvPr>
        </p:nvSpPr>
        <p:spPr>
          <a:xfrm>
            <a:off x="284700" y="1702121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4" type="body"/>
          </p:nvPr>
        </p:nvSpPr>
        <p:spPr>
          <a:xfrm>
            <a:off x="6461050" y="3446400"/>
            <a:ext cx="23958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idx="5" type="subTitle"/>
          </p:nvPr>
        </p:nvSpPr>
        <p:spPr>
          <a:xfrm>
            <a:off x="6458825" y="3045908"/>
            <a:ext cx="23958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6" type="body"/>
          </p:nvPr>
        </p:nvSpPr>
        <p:spPr>
          <a:xfrm>
            <a:off x="6459638" y="1001054"/>
            <a:ext cx="2395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7" type="subTitle"/>
          </p:nvPr>
        </p:nvSpPr>
        <p:spPr>
          <a:xfrm>
            <a:off x="6457413" y="600561"/>
            <a:ext cx="23958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32" name="Google Shape;232;p19"/>
          <p:cNvSpPr txBox="1"/>
          <p:nvPr>
            <p:ph idx="8" type="subTitle"/>
          </p:nvPr>
        </p:nvSpPr>
        <p:spPr>
          <a:xfrm>
            <a:off x="2436894" y="3751933"/>
            <a:ext cx="2092500" cy="1329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233" name="Google Shape;233;p19"/>
          <p:cNvSpPr txBox="1"/>
          <p:nvPr>
            <p:ph idx="9" type="subTitle"/>
          </p:nvPr>
        </p:nvSpPr>
        <p:spPr>
          <a:xfrm>
            <a:off x="268019" y="3751933"/>
            <a:ext cx="1729500" cy="1329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234" name="Google Shape;234;p19"/>
          <p:cNvSpPr txBox="1"/>
          <p:nvPr>
            <p:ph idx="13" type="subTitle"/>
          </p:nvPr>
        </p:nvSpPr>
        <p:spPr>
          <a:xfrm>
            <a:off x="284400" y="3514525"/>
            <a:ext cx="17751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9"/>
          <p:cNvSpPr txBox="1"/>
          <p:nvPr>
            <p:ph idx="14" type="subTitle"/>
          </p:nvPr>
        </p:nvSpPr>
        <p:spPr>
          <a:xfrm>
            <a:off x="2446325" y="3514525"/>
            <a:ext cx="17751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items">
  <p:cSld name="CUSTOM_19_1_1_1_2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/>
          <p:nvPr/>
        </p:nvSpPr>
        <p:spPr>
          <a:xfrm flipH="1" rot="10800000">
            <a:off x="-28650" y="0"/>
            <a:ext cx="3019200" cy="5156400"/>
          </a:xfrm>
          <a:prstGeom prst="rect">
            <a:avLst/>
          </a:prstGeom>
          <a:gradFill>
            <a:gsLst>
              <a:gs pos="0">
                <a:schemeClr val="accent1"/>
              </a:gs>
              <a:gs pos="72000">
                <a:schemeClr val="lt1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20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0" name="Google Shape;240;p20"/>
          <p:cNvSpPr txBox="1"/>
          <p:nvPr>
            <p:ph type="title"/>
          </p:nvPr>
        </p:nvSpPr>
        <p:spPr>
          <a:xfrm>
            <a:off x="284400" y="1253833"/>
            <a:ext cx="2373000" cy="979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41" name="Google Shape;241;p20"/>
          <p:cNvSpPr txBox="1"/>
          <p:nvPr>
            <p:ph idx="1" type="subTitle"/>
          </p:nvPr>
        </p:nvSpPr>
        <p:spPr>
          <a:xfrm>
            <a:off x="284400" y="877725"/>
            <a:ext cx="2373000" cy="2976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2" type="body"/>
          </p:nvPr>
        </p:nvSpPr>
        <p:spPr>
          <a:xfrm>
            <a:off x="5759125" y="3838034"/>
            <a:ext cx="26910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3" type="body"/>
          </p:nvPr>
        </p:nvSpPr>
        <p:spPr>
          <a:xfrm>
            <a:off x="5759125" y="2881253"/>
            <a:ext cx="2691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4" type="body"/>
          </p:nvPr>
        </p:nvSpPr>
        <p:spPr>
          <a:xfrm>
            <a:off x="5759125" y="1924478"/>
            <a:ext cx="2691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45" name="Google Shape;245;p20"/>
          <p:cNvSpPr txBox="1"/>
          <p:nvPr>
            <p:ph idx="5" type="body"/>
          </p:nvPr>
        </p:nvSpPr>
        <p:spPr>
          <a:xfrm>
            <a:off x="5759125" y="967703"/>
            <a:ext cx="2691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46" name="Google Shape;246;p20"/>
          <p:cNvSpPr txBox="1"/>
          <p:nvPr>
            <p:ph idx="6" type="subTitle"/>
          </p:nvPr>
        </p:nvSpPr>
        <p:spPr>
          <a:xfrm>
            <a:off x="3562875" y="967700"/>
            <a:ext cx="14286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0"/>
          <p:cNvSpPr txBox="1"/>
          <p:nvPr>
            <p:ph idx="7" type="subTitle"/>
          </p:nvPr>
        </p:nvSpPr>
        <p:spPr>
          <a:xfrm>
            <a:off x="3562875" y="1924475"/>
            <a:ext cx="14286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0"/>
          <p:cNvSpPr txBox="1"/>
          <p:nvPr>
            <p:ph idx="8" type="subTitle"/>
          </p:nvPr>
        </p:nvSpPr>
        <p:spPr>
          <a:xfrm>
            <a:off x="3562875" y="2881250"/>
            <a:ext cx="14286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0"/>
          <p:cNvSpPr txBox="1"/>
          <p:nvPr>
            <p:ph idx="9" type="subTitle"/>
          </p:nvPr>
        </p:nvSpPr>
        <p:spPr>
          <a:xfrm>
            <a:off x="3562875" y="3838025"/>
            <a:ext cx="14286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 sz="12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9_1_1_1_1_1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1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21"/>
          <p:cNvSpPr txBox="1"/>
          <p:nvPr>
            <p:ph idx="1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1"/>
          <p:cNvSpPr txBox="1"/>
          <p:nvPr>
            <p:ph type="title"/>
          </p:nvPr>
        </p:nvSpPr>
        <p:spPr>
          <a:xfrm>
            <a:off x="284400" y="828725"/>
            <a:ext cx="4255500" cy="713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5" name="Google Shape;255;p21"/>
          <p:cNvSpPr txBox="1"/>
          <p:nvPr>
            <p:ph idx="2" type="body"/>
          </p:nvPr>
        </p:nvSpPr>
        <p:spPr>
          <a:xfrm>
            <a:off x="279675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56" name="Google Shape;256;p21"/>
          <p:cNvSpPr txBox="1"/>
          <p:nvPr>
            <p:ph idx="3" type="subTitle"/>
          </p:nvPr>
        </p:nvSpPr>
        <p:spPr>
          <a:xfrm>
            <a:off x="277438" y="3118564"/>
            <a:ext cx="23958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57" name="Google Shape;257;p21"/>
          <p:cNvSpPr txBox="1"/>
          <p:nvPr>
            <p:ph idx="4" type="body"/>
          </p:nvPr>
        </p:nvSpPr>
        <p:spPr>
          <a:xfrm>
            <a:off x="3345250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58" name="Google Shape;258;p21"/>
          <p:cNvSpPr txBox="1"/>
          <p:nvPr>
            <p:ph idx="5" type="subTitle"/>
          </p:nvPr>
        </p:nvSpPr>
        <p:spPr>
          <a:xfrm>
            <a:off x="3343013" y="3118564"/>
            <a:ext cx="23958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59" name="Google Shape;259;p21"/>
          <p:cNvSpPr txBox="1"/>
          <p:nvPr>
            <p:ph idx="6" type="body"/>
          </p:nvPr>
        </p:nvSpPr>
        <p:spPr>
          <a:xfrm>
            <a:off x="6413050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60" name="Google Shape;260;p21"/>
          <p:cNvSpPr txBox="1"/>
          <p:nvPr>
            <p:ph idx="7" type="subTitle"/>
          </p:nvPr>
        </p:nvSpPr>
        <p:spPr>
          <a:xfrm>
            <a:off x="6410813" y="3118564"/>
            <a:ext cx="23958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1" name="Google Shape;261;p21"/>
          <p:cNvSpPr txBox="1"/>
          <p:nvPr>
            <p:ph idx="8" type="body"/>
          </p:nvPr>
        </p:nvSpPr>
        <p:spPr>
          <a:xfrm>
            <a:off x="284700" y="1702121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62" name="Google Shape;262;p21"/>
          <p:cNvSpPr txBox="1"/>
          <p:nvPr>
            <p:ph idx="9" type="body"/>
          </p:nvPr>
        </p:nvSpPr>
        <p:spPr>
          <a:xfrm>
            <a:off x="4936000" y="927350"/>
            <a:ext cx="3929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63" name="Google Shape;263;p21"/>
          <p:cNvSpPr txBox="1"/>
          <p:nvPr>
            <p:ph idx="13" type="subTitle"/>
          </p:nvPr>
        </p:nvSpPr>
        <p:spPr>
          <a:xfrm>
            <a:off x="4936000" y="1486039"/>
            <a:ext cx="16467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4" name="Google Shape;264;p21"/>
          <p:cNvSpPr txBox="1"/>
          <p:nvPr>
            <p:ph idx="14" type="subTitle"/>
          </p:nvPr>
        </p:nvSpPr>
        <p:spPr>
          <a:xfrm>
            <a:off x="4926575" y="1612925"/>
            <a:ext cx="1392000" cy="775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21"/>
          <p:cNvSpPr txBox="1"/>
          <p:nvPr>
            <p:ph idx="15" type="subTitle"/>
          </p:nvPr>
        </p:nvSpPr>
        <p:spPr>
          <a:xfrm>
            <a:off x="6537700" y="1486039"/>
            <a:ext cx="16467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6" name="Google Shape;266;p21"/>
          <p:cNvSpPr txBox="1"/>
          <p:nvPr>
            <p:ph idx="16" type="subTitle"/>
          </p:nvPr>
        </p:nvSpPr>
        <p:spPr>
          <a:xfrm>
            <a:off x="6528275" y="1612925"/>
            <a:ext cx="1392000" cy="775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9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/>
          <p:nvPr/>
        </p:nvSpPr>
        <p:spPr>
          <a:xfrm>
            <a:off x="284700" y="64031"/>
            <a:ext cx="90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 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Google Shape;269;p22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>
            <a:lvl1pPr lvl="0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2"/>
          <p:cNvSpPr txBox="1"/>
          <p:nvPr>
            <p:ph idx="1" type="subTitle"/>
          </p:nvPr>
        </p:nvSpPr>
        <p:spPr>
          <a:xfrm>
            <a:off x="284400" y="531600"/>
            <a:ext cx="4255500" cy="2976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Inter Medium"/>
              <a:buNone/>
              <a:defRPr sz="9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1" name="Google Shape;271;p22"/>
          <p:cNvSpPr txBox="1"/>
          <p:nvPr>
            <p:ph type="title"/>
          </p:nvPr>
        </p:nvSpPr>
        <p:spPr>
          <a:xfrm>
            <a:off x="284400" y="828725"/>
            <a:ext cx="4255500" cy="7137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2" name="Google Shape;272;p22"/>
          <p:cNvSpPr txBox="1"/>
          <p:nvPr>
            <p:ph idx="2" type="body"/>
          </p:nvPr>
        </p:nvSpPr>
        <p:spPr>
          <a:xfrm>
            <a:off x="284700" y="1702121"/>
            <a:ext cx="39297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3" name="Google Shape;273;p22"/>
          <p:cNvSpPr txBox="1"/>
          <p:nvPr>
            <p:ph idx="3" type="body"/>
          </p:nvPr>
        </p:nvSpPr>
        <p:spPr>
          <a:xfrm>
            <a:off x="279675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4" name="Google Shape;274;p22"/>
          <p:cNvSpPr txBox="1"/>
          <p:nvPr>
            <p:ph idx="4" type="subTitle"/>
          </p:nvPr>
        </p:nvSpPr>
        <p:spPr>
          <a:xfrm>
            <a:off x="277438" y="3118564"/>
            <a:ext cx="23958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5" name="Google Shape;275;p22"/>
          <p:cNvSpPr txBox="1"/>
          <p:nvPr>
            <p:ph idx="5" type="body"/>
          </p:nvPr>
        </p:nvSpPr>
        <p:spPr>
          <a:xfrm>
            <a:off x="3345250" y="3500203"/>
            <a:ext cx="23958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76" name="Google Shape;276;p22"/>
          <p:cNvSpPr txBox="1"/>
          <p:nvPr>
            <p:ph idx="6" type="subTitle"/>
          </p:nvPr>
        </p:nvSpPr>
        <p:spPr>
          <a:xfrm>
            <a:off x="3343013" y="3118564"/>
            <a:ext cx="23958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7" name="Google Shape;277;p22"/>
          <p:cNvSpPr txBox="1"/>
          <p:nvPr>
            <p:ph idx="7" type="subTitle"/>
          </p:nvPr>
        </p:nvSpPr>
        <p:spPr>
          <a:xfrm>
            <a:off x="6465150" y="3948989"/>
            <a:ext cx="16467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8" name="Google Shape;278;p22"/>
          <p:cNvSpPr txBox="1"/>
          <p:nvPr>
            <p:ph idx="8" type="subTitle"/>
          </p:nvPr>
        </p:nvSpPr>
        <p:spPr>
          <a:xfrm>
            <a:off x="6455725" y="4075875"/>
            <a:ext cx="1392000" cy="775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9" name="Google Shape;279;p22"/>
          <p:cNvSpPr txBox="1"/>
          <p:nvPr>
            <p:ph idx="9" type="subTitle"/>
          </p:nvPr>
        </p:nvSpPr>
        <p:spPr>
          <a:xfrm>
            <a:off x="6474575" y="2749851"/>
            <a:ext cx="16467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0" name="Google Shape;280;p22"/>
          <p:cNvSpPr txBox="1"/>
          <p:nvPr>
            <p:ph idx="13" type="subTitle"/>
          </p:nvPr>
        </p:nvSpPr>
        <p:spPr>
          <a:xfrm>
            <a:off x="6465150" y="2876738"/>
            <a:ext cx="1392000" cy="775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1" name="Google Shape;281;p22"/>
          <p:cNvSpPr txBox="1"/>
          <p:nvPr>
            <p:ph idx="14" type="subTitle"/>
          </p:nvPr>
        </p:nvSpPr>
        <p:spPr>
          <a:xfrm>
            <a:off x="6469863" y="1550714"/>
            <a:ext cx="1646700" cy="211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2" name="Google Shape;282;p22"/>
          <p:cNvSpPr txBox="1"/>
          <p:nvPr>
            <p:ph idx="15" type="subTitle"/>
          </p:nvPr>
        </p:nvSpPr>
        <p:spPr>
          <a:xfrm>
            <a:off x="6460438" y="1677600"/>
            <a:ext cx="1392000" cy="7758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3" name="Google Shape;283;p22"/>
          <p:cNvSpPr txBox="1"/>
          <p:nvPr>
            <p:ph idx="16" type="body"/>
          </p:nvPr>
        </p:nvSpPr>
        <p:spPr>
          <a:xfrm>
            <a:off x="6455725" y="927350"/>
            <a:ext cx="2409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86" name="Google Shape;286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1" name="Google Shape;29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4" name="Google Shape;294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5" name="Google Shape;295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0" name="Google Shape;300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05" name="Google Shape;305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6" name="Google Shape;306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11" name="Google Shape;311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6" name="Google Shape;316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7" name="Google Shape;317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8" name="Google Shape;318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3" name="Google Shape;323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4" name="Google Shape;324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27" name="Google Shape;327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8" name="Google Shape;328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9" name="Google Shape;329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0" name="Google Shape;330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3" name="Google Shape;333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35" name="Google Shape;335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6" name="Google Shape;336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1" name="Google Shape;341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2" name="Google Shape;342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3" name="Google Shape;343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4" name="Google Shape;344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45" name="Google Shape;345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1" name="Google Shape;351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4" name="Google Shape;354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7" name="Google Shape;35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8" name="Google Shape;358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9" name="Google Shape;359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5" name="Google Shape;365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7" name="Google Shape;36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9" name="Google Shape;369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0" name="Google Shape;370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6" name="Google Shape;376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1" name="Google Shape;381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1783150"/>
            <a:ext cx="6480300" cy="30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pos="5585">
          <p15:clr>
            <a:srgbClr val="E46962"/>
          </p15:clr>
        </p15:guide>
        <p15:guide id="3" orient="horz" pos="870">
          <p15:clr>
            <a:srgbClr val="E46962"/>
          </p15:clr>
        </p15:guide>
        <p15:guide id="4" pos="1497">
          <p15:clr>
            <a:srgbClr val="E46962"/>
          </p15:clr>
        </p15:guide>
        <p15:guide id="5" pos="1541">
          <p15:clr>
            <a:srgbClr val="E46962"/>
          </p15:clr>
        </p15:guide>
        <p15:guide id="6" pos="2860">
          <p15:clr>
            <a:srgbClr val="E46962"/>
          </p15:clr>
        </p15:guide>
        <p15:guide id="7" pos="2900">
          <p15:clr>
            <a:srgbClr val="E46962"/>
          </p15:clr>
        </p15:guide>
        <p15:guide id="8" pos="4222">
          <p15:clr>
            <a:srgbClr val="E46962"/>
          </p15:clr>
        </p15:guide>
        <p15:guide id="9" pos="4262">
          <p15:clr>
            <a:srgbClr val="E46962"/>
          </p15:clr>
        </p15:guide>
        <p15:guide id="10" orient="horz" pos="154">
          <p15:clr>
            <a:srgbClr val="E46962"/>
          </p15:clr>
        </p15:guide>
        <p15:guide id="11" orient="horz" pos="30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4"/>
          <p:cNvSpPr txBox="1"/>
          <p:nvPr>
            <p:ph type="title"/>
          </p:nvPr>
        </p:nvSpPr>
        <p:spPr>
          <a:xfrm>
            <a:off x="272350" y="746550"/>
            <a:ext cx="6493800" cy="33828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Zepto Grocery Data Analytics Case Study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 txBox="1"/>
          <p:nvPr>
            <p:ph type="title"/>
          </p:nvPr>
        </p:nvSpPr>
        <p:spPr>
          <a:xfrm>
            <a:off x="277450" y="792850"/>
            <a:ext cx="2279700" cy="1726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394" name="Google Shape;394;p45"/>
          <p:cNvSpPr txBox="1"/>
          <p:nvPr>
            <p:ph idx="1" type="subTitle"/>
          </p:nvPr>
        </p:nvSpPr>
        <p:spPr>
          <a:xfrm>
            <a:off x="3090800" y="244300"/>
            <a:ext cx="5542800" cy="4109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Quick-commerce platforms like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Zepto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operate on thin margins where pricing accuracy, discount strategy, and inventory availability directly impact revenue and customer experience. This project focuses on cleaning and analyzing Zepto’s product-level dataset using </a:t>
            </a: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uncover pricing inefficiencies, stock gaps, and category-level revenue opportunities.</a:t>
            </a:r>
            <a:endParaRPr sz="2800"/>
          </a:p>
        </p:txBody>
      </p:sp>
      <p:sp>
        <p:nvSpPr>
          <p:cNvPr id="395" name="Google Shape;395;p45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6"/>
          <p:cNvSpPr txBox="1"/>
          <p:nvPr>
            <p:ph type="title"/>
          </p:nvPr>
        </p:nvSpPr>
        <p:spPr>
          <a:xfrm>
            <a:off x="296550" y="850675"/>
            <a:ext cx="2279700" cy="1726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Problem</a:t>
            </a:r>
            <a:endParaRPr/>
          </a:p>
        </p:txBody>
      </p:sp>
      <p:sp>
        <p:nvSpPr>
          <p:cNvPr id="401" name="Google Shape;401;p46"/>
          <p:cNvSpPr txBox="1"/>
          <p:nvPr>
            <p:ph idx="1" type="subTitle"/>
          </p:nvPr>
        </p:nvSpPr>
        <p:spPr>
          <a:xfrm>
            <a:off x="3005300" y="244300"/>
            <a:ext cx="5707500" cy="3063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1.Pricing data may contain inconsistencies (zero prices, paise vs rupee units)</a:t>
            </a:r>
            <a:endParaRPr sz="15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            2. Some high-value products may be out of stock,         </a:t>
            </a:r>
            <a:endParaRPr sz="15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            leading to lost revenue</a:t>
            </a:r>
            <a:endParaRPr sz="1500"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   3.Discount strategies may not be uniform across      </a:t>
            </a:r>
            <a:endParaRPr sz="1500"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    categories </a:t>
            </a:r>
            <a:endParaRPr sz="1500"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02" name="Google Shape;402;p46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7"/>
          <p:cNvSpPr txBox="1"/>
          <p:nvPr/>
        </p:nvSpPr>
        <p:spPr>
          <a:xfrm>
            <a:off x="31200" y="3655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Q1. Which products offer the highest discount value?</a:t>
            </a:r>
            <a:endParaRPr b="1" sz="2000"/>
          </a:p>
        </p:txBody>
      </p:sp>
      <p:pic>
        <p:nvPicPr>
          <p:cNvPr id="408" name="Google Shape;40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1550"/>
            <a:ext cx="8713176" cy="430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8"/>
          <p:cNvSpPr txBox="1"/>
          <p:nvPr/>
        </p:nvSpPr>
        <p:spPr>
          <a:xfrm>
            <a:off x="0" y="0"/>
            <a:ext cx="907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Q2. Are high-MRP products unavailable?</a:t>
            </a:r>
            <a:endParaRPr b="1" sz="2200"/>
          </a:p>
        </p:txBody>
      </p:sp>
      <p:pic>
        <p:nvPicPr>
          <p:cNvPr id="414" name="Google Shape;41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23200"/>
            <a:ext cx="8871625" cy="44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9"/>
          <p:cNvSpPr txBox="1"/>
          <p:nvPr/>
        </p:nvSpPr>
        <p:spPr>
          <a:xfrm>
            <a:off x="164275" y="180425"/>
            <a:ext cx="89001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Which Products Contribute the Most to Revenue?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pic>
        <p:nvPicPr>
          <p:cNvPr id="420" name="Google Shape;42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5325"/>
            <a:ext cx="8991600" cy="40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0"/>
          <p:cNvSpPr txBox="1"/>
          <p:nvPr/>
        </p:nvSpPr>
        <p:spPr>
          <a:xfrm>
            <a:off x="0" y="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Which products provide the best price-per-gram value?</a:t>
            </a:r>
            <a:endParaRPr b="1" sz="2000"/>
          </a:p>
        </p:txBody>
      </p:sp>
      <p:pic>
        <p:nvPicPr>
          <p:cNvPr id="426" name="Google Shape;42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5000"/>
            <a:ext cx="8713174" cy="43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1"/>
          <p:cNvSpPr txBox="1"/>
          <p:nvPr>
            <p:ph type="title"/>
          </p:nvPr>
        </p:nvSpPr>
        <p:spPr>
          <a:xfrm>
            <a:off x="284400" y="373625"/>
            <a:ext cx="6418200" cy="9102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 u="sng">
                <a:latin typeface="Inter"/>
                <a:ea typeface="Inter"/>
                <a:cs typeface="Inter"/>
                <a:sym typeface="Inter"/>
              </a:rPr>
              <a:t>Key Insights</a:t>
            </a:r>
            <a:endParaRPr b="1" sz="3500" u="sng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" name="Google Shape;432;p51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51"/>
          <p:cNvSpPr txBox="1"/>
          <p:nvPr/>
        </p:nvSpPr>
        <p:spPr>
          <a:xfrm>
            <a:off x="70950" y="1381775"/>
            <a:ext cx="90645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-</a:t>
            </a:r>
            <a:r>
              <a:rPr lang="en" sz="2200"/>
              <a:t>Detected multiple high-MRP products marked out of stock, indicating missed revenue opportunities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-Identified significant variation in discount strategies across categories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-Price-per-gram analysis revealed better value in medium and bulk-sized products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-Certain categories contributed disproportionately higher revenue despite fewer SKUs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2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52"/>
          <p:cNvSpPr txBox="1"/>
          <p:nvPr/>
        </p:nvSpPr>
        <p:spPr>
          <a:xfrm>
            <a:off x="284400" y="809150"/>
            <a:ext cx="8859600" cy="9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6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Business Recommendations</a:t>
            </a:r>
            <a:endParaRPr sz="3600" u="sng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440" name="Google Shape;440;p52"/>
          <p:cNvSpPr txBox="1"/>
          <p:nvPr/>
        </p:nvSpPr>
        <p:spPr>
          <a:xfrm>
            <a:off x="284400" y="531600"/>
            <a:ext cx="42555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Key takeaways</a:t>
            </a:r>
            <a:endParaRPr sz="9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41" name="Google Shape;441;p52"/>
          <p:cNvSpPr txBox="1"/>
          <p:nvPr/>
        </p:nvSpPr>
        <p:spPr>
          <a:xfrm>
            <a:off x="110025" y="1696550"/>
            <a:ext cx="88596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-</a:t>
            </a:r>
            <a:r>
              <a:rPr lang="en" sz="2500"/>
              <a:t>Prioritize restocking of high-MRP, high-demand products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-Standardize discount policies within categories to stay competitive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-Promote bulk products with better unit economics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-Optimize warehouse inventory allocation using total category weight insights</a:t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3"/>
          <p:cNvSpPr txBox="1"/>
          <p:nvPr>
            <p:ph type="title"/>
          </p:nvPr>
        </p:nvSpPr>
        <p:spPr>
          <a:xfrm>
            <a:off x="272350" y="213150"/>
            <a:ext cx="6493800" cy="33828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447" name="Google Shape;447;p53"/>
          <p:cNvSpPr txBox="1"/>
          <p:nvPr>
            <p:ph idx="12" type="sldNum"/>
          </p:nvPr>
        </p:nvSpPr>
        <p:spPr>
          <a:xfrm>
            <a:off x="8314451" y="64031"/>
            <a:ext cx="548700" cy="292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Yellow">
  <a:themeElements>
    <a:clrScheme name="Simple Light">
      <a:dk1>
        <a:srgbClr val="202124"/>
      </a:dk1>
      <a:lt1>
        <a:srgbClr val="FDFDFD"/>
      </a:lt1>
      <a:dk2>
        <a:srgbClr val="F2F2F2"/>
      </a:dk2>
      <a:lt2>
        <a:srgbClr val="999999"/>
      </a:lt2>
      <a:accent1>
        <a:srgbClr val="F9F933"/>
      </a:accent1>
      <a:accent2>
        <a:srgbClr val="FBFB74"/>
      </a:accent2>
      <a:accent3>
        <a:srgbClr val="FDFDC4"/>
      </a:accent3>
      <a:accent4>
        <a:srgbClr val="EDED07"/>
      </a:accent4>
      <a:accent5>
        <a:srgbClr val="DBDAD7"/>
      </a:accent5>
      <a:accent6>
        <a:srgbClr val="5A5959"/>
      </a:accent6>
      <a:hlink>
        <a:srgbClr val="20212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